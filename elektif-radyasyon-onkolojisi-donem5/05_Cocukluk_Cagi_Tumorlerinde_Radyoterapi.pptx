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Çocukluk Çağı Tümörlerinde Radyoterapi
Kür, geç etkiler ve bilgilendirme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8E8"/>
                </a:solidFill>
                <a:latin typeface="Calibri"/>
              </a:rPr>
              <a:t>Mevcut pediatrik dersinizden dönem 5 için sadeleştirilmiş 45 dk sunum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Ders 5 · Çocukluk Çağı Tümörlerinde RT
Prof. Dr. Ş. Bilge Gürsel · Ondokuz Mayıs Üniversitesi Tıp Fakültesi · Radyasyon Onkolojisi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Öğrenme hedefleri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Pediatrik onkolojide RT’nin erişkinden farkını açıklamak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Sık pediatrik tümörlerde RT’nin rolünü genel hatlarıyla 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Nörobilişsel, endokrin, büyüme ve fertilite geç etkilerini özetlemek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Sekonder kanser riskini ve uzun dönem takip ihtiyacını kavramak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Pediatrik tümör profili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Lösemi, lenfoma, beyin tümörleri en sık gruplar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Nöroblastom, Wilms, Ewing/osteosarkom, rabdomyosarkom, retinoblastom…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Sağkalım artışı → geç morbidite ve yaşam kalitesi gündeme geldi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Tedavi: yoğun KT + seçilmiş cerrahi + mümkün olduğunca “akıllı”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Erişkinlerden farklar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Büyüme–gelişme devam ediyor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Genetik yatkınlık / sendromlar daha sık zemin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İkincil kanser riski görece yüksek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Beklentiler: boy, kognisyon, fertilite, endokrin fonksiyon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Küçük vücutta saçılan dozun göreli etkisi daha belirgin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Çoğu protokolde KT daha yoğun; RT alanları küçültülmeye çalışılır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Pediatrik RT’nin ikilemi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Neden gerekir?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Lokal kontrol / kür için kritik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Bazı tümörler radyosensitif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Cerrahi tamamlayıcı veya alternatif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CNS profilaksisi / tutulumu (tarihsel–seçilmiş)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Neden kısıtlanır?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Geç nörobilişsel etki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Büyüme plakları / asimetriler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Endokrin yetmezlik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Sekonder malignite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Seçilmiş tümörlerde RT’nin yeri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Lösemi / lenfoma (kısa)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ALL’de profilaktik kranial RT büyük ölçüde azaltıldı/yerini IT KT aldı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CNS tutulumu veya seçilmiş yüksek riskte hâlâ rol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Hodgkin: alanlar ve dozlar dramatik küçüldü (involved-site)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Öğrenci mesajı: “eski yüksek doz mantle” artık standart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CNS tümörleri ve nörobilişsel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Medulloblastom: kraniospinal RT + boost (yaş ve risk grubuna göre)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Daha düşük CSI dozları IQ kaybını azaltabilir (tarihsel karşılaştırmalar)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İlk 3 yıl nöronal gelişim kritik; küçük yaş = daha yüksek risk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24 Gy WB’ye eklenen toksisite, 14–18 Gy’de daha düşük bildirilmiş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Doz–yaş–hacim üçlüsü pediatrik CNS RT’nin özüdür.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Wilms, nöroblastom, rabdomyosarkom (genel hat)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Wilms: yüksek kür; flank/tüm abdomen RT seçilmiş evre/rüptür/LN+’ta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Nöroblastom: yüksek riskte lokal RT sık; biyoloji (MYCN vb.) kritik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Rabdomyosarkom: yerleşime göre RT (orbital iyi; parameningeal dikkat)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Parameningeal meningeal risk → gerekirse kraniospinal yaklaşım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Pelvik/genital yerleşimde brakiterapi seçilmiş olgularda organ korur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Geç etkiler: organ sistemleri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Endokrin ve büyüme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GH: en sık etkilenen; eşik ~18–20 Gy; ≥30 Gy’de testler bozulur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Puberte prekoks (özellikle kızlarda ~24 Gy) veya gonadotropin yetmezliği (≥50 Gy)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Tiroid: Hodgkin boyun RT sonrası hipotiroidi sık; doz ve yaş ilişkili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Boy kaybı: spinal/flank RT + yaş; epifiz ışınlaması asimetrilere yol açar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Kardiyak, pulmoner, renal, hepatik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Kalp: tarihsel yüksek doz mantle sonrası risk; antrasiklin ile sinerji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Akciğer: hacim–doz ilişkisi; Wilms tüm akciğer RT sonrası kapasite düşüşü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Böbrek: nefropati eşiği ~15 Gy civarı (bağlam bağımlı); KT nefrotoksisitesi ekler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Karaciğer: KT ile birlikte tüm karaciğer dozuna dikkat (VOD riski)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Gonadlar, duyu organları, diş–çene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Over/testis: düşük dozlarda bile fertilite etkisi; TVI özel risk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Lens: katarakt (TVI sonrası yüksek); steroid riski artırır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Koklea: ~30–60 Gy + platin → işitme kaybı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Diş/mandibula: büyüme çağında hipoplazi, çürük, maloklüzyon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İkincil kanserler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Sağ kalanlarda genel popülasyona göre risk artışı (SEER vb. veriler)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Sık ikinciller: meme, tiroid, kemik, CNS, lösemi/MDS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Solid tümör riski yıllar içinde artar; lösemi daha erken plato yapabilir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Toraks RT → erken yaş meme kanseri riski; tiroid düşük dozlarda bile riskli olabilir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Sendromlar (Li-Fraumeni, Fanconi…) riski katlar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Bilgilendirme ve uzun dönem takip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Aileye: kür hedefi + geç etki olasılığı dürüstçe anlatılmalı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Damocles sendromu: sürekli nüks korkusu — psikososyal destek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Survivorship: endokrin, kardiyak, fertilite, meme/tiroid tarama planı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Modern hedef: protokollerle dozu/alanı küçültmek, proton vb. seçilmiş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Alınacak mesajlar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Pediatrik RT = kür ile geç toksisite arasında denge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Yaş, doz, hacim ve eşzamanlı KT toksisiteyi belirler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CNS, büyüme, endokrin ve sekonder kanser en kritik başlıklar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Uzun dönem izlem tedavinin parçasıdır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Karar her zaman pediatrik onkoloji MDT’sinde alınır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Mini olgular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A: 4 yaş medulloblastom → CSI dozunu düşürmenin gerekçesi?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B: Ergen Hodgkin, boyun RT → hangi endokrin takip?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C: 15 yıl önce toraks RT alan kadın → meme tarama yaklaşımı?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5 · Çocukluk Çağı Tümörlerinde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