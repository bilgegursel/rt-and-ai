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Meme Kanserinde Radyoterapi
Dönem 5 için klinik çerçeve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8E8"/>
                </a:solidFill>
                <a:latin typeface="Calibri"/>
              </a:rPr>
              <a:t>Elektif Radyasyon Onkolojisi · 45 dakika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Ders 3 · Meme Kanserinde Radyoterapi
Prof. Dr. Ş. Bilge Gürsel · Ondokuz Mayıs Üniversitesi Tıp Fakültesi · Radyasyon Onkolojisi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Öğrenme hedefleri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BCS sonrası tam meme RT endikasyonunu bilmek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Mastektomi sonrası RT (PMRT) kararını etkileyen risk faktörlerini saymak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Hipofraksiyon ve kısmi meme ışınlaması kavramlarını tanımak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Erken/geç toksisiteleri ve kalp–akciğer korumasını özetlemek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Palyatif / oligometastatik meme RT’nin yerini ayırt etmek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Meme kanserinde RT’nin rolü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 evre: BCS sonrası lokal nüksü azaltır, sağkalıma katkı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Node-pozitif / yüksek risk: bölgesel nodal RT ile lokal-bölgesel kontrol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Mastektomi sonrası seçilmiş olgularda göğüs duvarı ± nodal 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Lokal ileri / inflamatuar: multimodality paketinin parçası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Metastatik: palyasyon; seçilmiş OMD’de lokal tedavi tartışmalı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Adjuvan RT: BCS sonrası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Standart: tüm meme RT (WBRT) ± tümör yatağına boost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Endikasyon: meme koruyucu cerrahi yapılan invaziv kanserlerin büyük kısmı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Boost: genç yaş, yüksek grade, yakın sınır — lokal kontrol avantajı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DCIS: seçilmiş olgularda BCS + RT (nüks azaltır)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Öğrenci cümlesi: “BCS yaptıysan, çoğu hastada RT planı konuşulur.”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Hipofraksiyon (güncel pratik dili)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Klasik: ~50 Gy / 25 fraksiyon (5 hafta)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Orta hipofraksiyon: örn. 40 Gy / 15 fraksiyon — birçok kılavuzda standart seçenek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Ultra-hipofraksiyon: seçilmiş düşük riskli olgularda 5 fraksiyon şemaları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Avantaj: hasta konforu, kaynak kullanımı, benzer kontrol (seçilmiş popülasyonda)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Kısmi meme ışınlaması (PBI / APBI)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Sadece tümör yatağı + sınırlı çevre doku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Uygun düşük riskli erken evre seçilmiş hastalarda seçenek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Teknikler: eksternal, brakiterapi, intraoperatif (merkez bağımlı)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Dönem 5 için: “herkese değil; sıkı seçim kriterleri”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PMRT: mastektomi sonrası 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Daha güçlü endikasyonlar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T3–T4 / inflamatuar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≥4 pozitif aksiller LN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Pozitif cerrahi sınır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Lokal ileri hastalık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Bireyselleştirilen durumlar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1–3 pozitif LN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Genç yaş, yüksek grade, LVI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Neoadjuvan sonrası rezidü riski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MDT + hasta tercihi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Bölgesel nodal ışınlama (RNI)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Hedefler: aksilla (seçilmiş), supraklaviküler, internal mammary (seçilmiş)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Amaç: bölgesel nüksü azaltmak; yüksek riskte sağkalım/uzak metastaz etkisi tartışılır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Bedeli: lenfödem, omuz kısıtlılığı, akciğer/kalp dozu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SLNB / aksilla yönetimi cerrahi + RT ile entegre planlanır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Simülasyon ve teknik (meme)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Supin ± meme board; sol memede DIBH kalp dozunu azaltabilir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Kontur: meme/göğüs duvarı CTV → PTV; LN bölgeleri endikasyona göre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OAR: kalp, akciğer, kontralateral meme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Teknik: 3D-CRT sık; IMRT/VMAT seçilmiş anatomilerde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Toksisite — öğrencinin bilmesi gerekenler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Erken: eritem, kuru/yaş deskuamasyon, yorgunluk, meme ödemi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Geç: fibrozis, telenjiyektazi, kozmetik değişiklik, nadiren pnömonit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Lenfödem: aksilla cerrahisi + nodal RT ile risk artar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Kardiyak: özellikle sol tarafta uzun dönem risk → modern tekniklerle minimize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Sekonder kanser: mutlak risk düşük; genç hastalarda bilgilendirme önemli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Sistemik tedavi ile ilişki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Endokrin tedavi: RT ile birlikte/ardışık planlanır (merkez protokolü)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Anti-HER2 / KT: sıralama MDT kararı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Neoadjuvan KT sonrası: cerrahi patolojiye göre adjuvan RT alanı yeniden tanımlanır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Özel durumlar (kısa)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İnflamatuar meme kanseri: multimodality; RT göğüs duvarı ± LN paketinin parçası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İmplant / rekonstrüksiyon: zamanlama plastik cerrahi + RO ile planlanır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Gebelik: RT genelde ertelenir; multidisipliner yönetilir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Erkek meme kanseri: benzer prensipler, alan anatomisi farklı olabilir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Metastatik meme kanserinde RT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Palyatif: kemik ağrısı, beyin metastazı, göğüs duvarı ülser/kanama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Primer tümöre rutin küratif LRT: çoğu RCT’de OS artışı yok (E2108 vb.)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Oligometastaz: seçilmiş hastalarda SBRT tartışılır; sistemik tedavi omurga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Alınacak mesajlar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BCS ≈ çoğu hastada adjuvan meme 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PMRT ve nodal RT risk faktörleriyle bireyselleştirilir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Hipofraksiyon standart seçenek hâline gelmiştir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Kalp–akciğer koruması ve lenfödem bilgilendirmesi şart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Metastatikte RT çoğunlukla palyatif / seçilmiş lokal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Mini olgular (sınıf içi)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A: 52 yaş, BCS, pT1N0, HR+, HER2− → RT? Fraksiyon şeması?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B: 45 yaş, mastektomi, 5/15 LN+, T2 → PMRT ± RNI?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C: 70 yaş, kemik metastazı, omuz ağrısı → palyatif şema örneği?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3 · Meme Kanserinde Radyoterapi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