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Jinekolojik Tümörlerde Radyoterapi
Serviks ve endometrium odaklı genel çerçeve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0E8E8"/>
                </a:solidFill>
                <a:latin typeface="Calibri"/>
              </a:rPr>
              <a:t>Mevcut ders notlarınızdan güncellenmiş dönem 5 sunumu · 45 dakika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235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Ders 4 · Jinekolojik Tümörlerde RT
Prof. Dr. Ş. Bilge Gürsel · Ondokuz Mayıs Üniversitesi Tıp Fakültesi · Radyasyon Onkolojisi 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Öğrenme hedefleri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Serviks kanserinde evreye göre cerrahi vs kemoradyoterapi seçimini özetlemek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Eksternal RT + brakiterapinin servikste neden birlikte olduğunu açıklamak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Endometrium kanserinde adjuvan RT kararını risk gruplarıyla bağlamak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Akut/geç pelvik toksisiteleri ve fertilite konusunu bilmek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4 · Jinekolojik Tümörlerde 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Jinekolojik RT’ye genel bakış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RT’nin en güçlü olduğu alanlardan: serviks (definitif kemoradyoterapi ± brakiterapi)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Endometrium: çoğunlukla cerrahi sonrası adjuvan (vajinal brakiterapi ± eksternal)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Vulva / vajen: daha nadir; lokal kontrol için RT kritik olabilir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Over: RT rolü sınırlı; seçilmiş palyasyon / nadir özel durumlar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4 · Jinekolojik Tümörlerde 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7C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Serviks kanseri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4 · Jinekolojik Tümörlerde 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Epidemiyoloji ve risk (kısa)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HPV ilişkili hastalık; tarama ve aşı ile önlenebilir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Risk: erken cinsel aktivite, çok eşlilik, sigara, immunsupresyon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Klinik: kanama, akıntı, ağrı; ileri evrede üreter/rektum tutulumu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Evreleme: klinik + görüntüleme (FIGO); LN ve parametrium kritik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4 · Jinekolojik Tümörlerde 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Doğal seyir ve yayılım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Lokal yayılım: parametrium, vajen, mesane, rektum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Lenfatik: pelvik → paraaortik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Uzak: akciğer, karaciğer, kemik (daha geç)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RT planı bu yayılım yollarını hedefler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4 · Jinekolojik Tümörlerde 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Evreye göre tedavi mantığı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39496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5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E7C7B"/>
                </a:solidFill>
                <a:latin typeface="Calibri"/>
              </a:rPr>
              <a:t>Erken (IA–IB1/seçilmiş IB2)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Cerrahi (konizasyon / radikal histerektomi)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Adjuvan RT: risk faktörlerine göre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Pozitif sınır, parametrium, LN+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Fertilite koruyucu seçenekler seçilmiş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39496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5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41732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45C26"/>
                </a:solidFill>
                <a:latin typeface="Calibri"/>
              </a:rPr>
              <a:t>Lokal ileri (IB3–IVA)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01168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Definitif eksternal RT + konkuran KT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Ardından brakiterapi (olmazsa olmaz)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Cerrahi genelde ilk seçenek değil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Para-aortik LN’ye göre alan genişletilir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4 · Jinekolojik Tümörlerde 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Servikste radyoterapinin yapıtaşları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EBRT: pelvik LN + parametrium + primer tümör yatağı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Konkuran sisplatin bazlı KT: standart radyosensitizasyon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Brakiterapi: santral dozu yükseltir; lokal kontrolün anahtarı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IGBT (görüntü rehberli brakiterapi): modern standart yönelim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Toplam süre önemli: tedavi uzaması kontrolü bozabilir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45C26"/>
                </a:solidFill>
                <a:latin typeface="Calibri"/>
              </a:rPr>
              <a:t>Not: Öğrenci cümlesi: “Lokal ileri serviks = KT-RT + brakiterapi”.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4 · Jinekolojik Tümörlerde 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Serviks RT toksisitesi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Erken: diyare, sistit, deri reaksiyonu, kemik iliği baskılanması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Geç: stenoz, fistül (nadir), seksüel disfonksiyon, lenfödem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Overler alanda kalırsa over yetmezliği / menopoz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Mesane–rektum doz kısıtları planın merkezindedir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4 · Jinekolojik Tümörlerde 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7C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Endometrium kanseri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4 · Jinekolojik Tümörlerde 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Klinik çerçeve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En sık jinekolojik kanser (birçok popülasyonda)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Postmenopozal kanama klasik prezentasyon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Çoğu hasta erken evrede; primer tedavi cerrahidir (TAH-BSO ± LN)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RT çoğunlukla adjuvan: vajinal nüksü azaltmak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4 · Jinekolojik Tümörlerde 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Risk faktörleri ve patoloji (RT kararını etkiler)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Histoloji, grade, miyometrial invazyon derinliği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LVSI, servikal stroma tutulumu, LN metastazı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Tip I (endometrioid) vs Tip II (seröz, berrak hücre) biyoloji farkı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Moleküler sınıflama (POLE, MMRd, p53abn…) giderek riski netleştirir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4 · Jinekolojik Tümörlerde 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Adjuvan RT seçimi (basitleştirilmiş)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39496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5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E7C7B"/>
                </a:solidFill>
                <a:latin typeface="Calibri"/>
              </a:rPr>
              <a:t>Düşük–orta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Gözlem veya vajinal brakiterapi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Vajinal kaf nüksünü azaltır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Toksisite düşük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Hasta seçimi kritik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39496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5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41732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45C26"/>
                </a:solidFill>
                <a:latin typeface="Calibri"/>
              </a:rPr>
              <a:t>Yüksek–orta / yüksek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01168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Pelvik eksternal RT ± brakiterapi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LN+ / parametrial / ileri evre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Sistemik tedavi ile kombinasyon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MDT kararı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4 · Jinekolojik Tümörlerde 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Metastatik / nüks jinekolojik hastalıkta RT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Palyatif: kanama, ağrı, pelvik kitle basısı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Seçilmiş izole vajinal nükste küratif niyetli RT mümkün olabilir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Oligometastazda SBRT: bireysel, sistemik tedavi bağlamında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4 · Jinekolojik Tümörlerde 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Alınacak mesajlar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Serviks lokal ileri: konkuran KT-RT + brakiterapi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Endometrium: cerrahi önce; RT adjuvan riskine göre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Brakiterapi jinekolojik RT’nin vazgeçilmez parçasıdır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Pelvik toksisite ve over/seksüel sağlık bilgilendirmesi şart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HPV aşısı ve tarama = primer koruma (serviks)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4 · Jinekolojik Tümörlerde 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Mini olgular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Olgu A: FIGO IIB skuamöz serviks → ilk tedavi ne olmalı?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Olgu B: Endometrioid G1, &lt;50% invazyon, LN− → adjuvan?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Olgu C: Serviks RT sonrası vajinal kanama → ayırıcı? Fistül?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4 · Jinekolojik Tümörlerde 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